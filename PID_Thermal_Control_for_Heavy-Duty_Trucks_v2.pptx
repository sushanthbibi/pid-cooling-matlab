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Simulink and designed a PID controller that keeps the engine at 90 °C, then compared it with the cooling system trucks use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and simplify it to two transfer functions, one for the cooling command and one for the engine load. Second, design a PID controller with a derivative filter, an output limit and anti-windup. Third, simulate two classic tests in MATLAB, a set-point step and a load step, and build the same loop in Simulink. Fourth, compare P only, PI and PID using offset, peak and settling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To keep the model simple we only keep T_c, the one we control. The radiator is not a separate temperature any more; it becomes a 10-second lag between the cooling command and the engine. The engine block itself adds a 60-second lag. The oil is left out because it changes slowly and does not change how we design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the cooling system is modelled as a first-order thermal lag, K over tau s plus 1, which is the standard textbook model of a thermal system (Ogata). We linearise around the normal operating point: 90 °C at 30 % engine load. G(s) is the cooling path: if the cooling command goes up by one unit, the coolant ends up 20 K colder, through two lags, 10 seconds for the radiator and 60 seconds for the engine. Gd(s) is the load path: 1 % more engine load makes the coolant 0.6 K hotter, through the engine lag only. These numbers are assumed example values, chosen to be realistic in size; they are not measured on a real truck. In MATLAB they are written with num, den, conv and tf, exactly like in our lab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textbook PID needs three additions on a real system. First, split range: one PID output from 0 to 3 is shared across three actuators in order of energy cost: valve, then pump, then fan. In our simple model we only keep the total command inside 0 to 3; in the load-step test it goes from 0.8 to about 2.3. Second, anti-windup: when the output is at its limit, the integral stops adding up; in Simulink this is the clamping option of the PID block. Third, a filter on the derivative so sensor noise does not make the actuators jitter; we use Simulink's default filter coefficient N = 100. The gains are not guessed: they come from the SIMC tuning rule by Skogestad, 2003. For our plant 20 over (60 s + 1)(10 s + 1), with a closed-loop time constant of 10 seconds, the rule gives Kc = 60 / (20 × 10) = 0.3, integral time = 4 × 10 = 40 seconds and derivative time = 10 seconds. Converted to the parallel form used in MATLAB and Simulink that is Kp 0.375, Ki 0.0075 and Kd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in one file, pid_truck_cooling.m, split into sections. The parameters and gains are at the top, so every number is in one place. Then the plant transfer functions are defined with num, den and tf, and the three controllers P, PI and PID. feedback() closes the loop, and pole() prints the closed-loop poles: all of them are in the left half of the s-plane, so all three loops are stable. Experiment 1 is a set-point step analysed with step() and stepinfo(). Experiment 2 is a load step, where we find the settling time by walking backwards from the end of the response, the same method as in the time-domain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same loop by hand in Simulink. The Step block gives the set-point, 90 °C, stepping to 95 °C at 1200 seconds. The Sum block subtracts the set-point from the coolant temperature to get the error. The PID Controller block has the same SIMC gains as the MATLAB code, Simulink's default filter coefficient of 100, output limits and clamping anti-windup. The limits are minus 0.8 and 2.2 because the block outputs the change from the normal command of 0.8, so the real command stays between 0 and 3. The cooling transfer function has a minus sign because more cooling lowers the temperature. A second Step adds 50 % engine load at 600 seconds through Gd(s). The plant output is 90 plus the two effects, and it is fed back to the error block. The Scope shows the temperature and the cooling command. [Add a screenshot of the model and the Scope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test, the one that matters most for a truck. At time zero the engine load jumps from 30 to 80 percent, as if the truck hits a hill. P only settles about 3.5 degrees too hot and stays there: that is the steady-state offset, exactly as the final value theorem predicts, 50 × 0.6 / (1 + 0.375 × 20) = 3.5 K. It is also why today's wax thermostat, which is a mechanical P controller, never reaches its target. Adding the integral term brings the temperature back to exactly 90 °C in about 100 seconds. Adding the derivative term cuts the peak from 4.6 to 3.3 K, about 28 % lower. Settling time here is the time to stay within ±0.5 K. During this test the PID raises the cooling command from 0.8 to about 2.3, still below the limit of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test: we change the target from 90 to 95 °C and compare P only, PI and PID, using step() and stepinfo() in MATLAB. P only never reaches 95: it stops at about 94.4 °C, a steady-state offset of 0.6 K, because it needs an error to produce any output. PI removes the offset but overshoots by 24 %. The full PID removes the offset and cuts the overshoot to only 3.3 %, settling within 2 % in about 78 seconds. The closed-loop poles printed by pole() all have negative real parts, so all three loops are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PID holds the engine at 90 °C with no steady-state offset. A P-only controller, which is how today's wax thermostat behaves, stays about 3.5 degrees too hot after a load step, and adding D cuts the temperature peak by about 28 %. The limitations: our model is linear and keeps only the coolant temperature, so it has no oil temperature and does not model the valve, pump and fan separately. The plant values are assumed example values, not measured; the PID gains come from a published tuning rule. The next steps are measuring the plant on a real engine, adding the radiator and oil temperatures, and then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The plant values are assumed example values for a first-order thermal model; the PID gains are calculated from them with Skogestad's SIMC rule, so they are not guessed. Why is D useful here? It acts on how fast the temperature is rising, so it reacts early and cuts the peak by 28 %. Why only one temperature? A simple linear model is enough to show what P, I and D each do. Is the model validated? No, the next step is to measure it on a real engine. Why e = T_c minus T_ref? Our actuators remove heat, so hotter must give a positive output. Why does a P controller leave an offset? It needs a non-zero error to produce a non-zero output; the integral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 &amp; Simulink</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filter, output limit and anti-windup</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Set-point and load steps in MATLAB, same loop in Simulink</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 only vs PI vs PID: offset, peak and settling time</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Modelled as a 10 s lag between the cooling command and the engine.</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Left out of the simple model. It changes too slowly to matter for the PID.</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The engine block adds a 60 s lag. In the code the only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20 / ((60s + 1)(10s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Cooling path: one more unit of cooling command lowers T_c by 20 K, through the radiator and engine lags</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0.6 / (60s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0.6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around 90 °C and 30 % load, where the cooling command is y0 = 0.8</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Δy = change in cooling command (scale 0–3) · ΔL = change in engine load [%] · assumed example values (slide 15)</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Three additions make it work on a real system</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One output y (0–3) for three actuators. The model only limits y to 0–3:</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Anti-windup</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When the actuators are already at their limit, the integral stops adding up. Without it, I grows huge and the temperature overshoots.</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Simulink's default filter (N = 100) on the D term, so sensor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SIMC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0.375</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0.0075</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3.0</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N = 100</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section by section</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 parameters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Assumed example values: time constants, gains, y0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gains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calculated with the SIMC tuning rule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Controllers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PI and PID built as transfer functions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 poles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feedback() for set-point and load; pole() checks 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Set-point step 90 → 95 °C with step() and stepinfo()</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Experiment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step 30 → 80 %: peak, offset and settling time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same loop, built in Simulink</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90669"/>
          <a:ext cx="10553700" cy="3234333"/>
        </p:xfrm>
        <a:graphic>
          <a:graphicData uri="http://schemas.openxmlformats.org/drawingml/2006/table">
            <a:tbl>
              <a:tblPr/>
              <a:tblGrid>
                <a:gridCol w="3588258"/>
                <a:gridCol w="6965442"/>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Role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Set-point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90 °C, steps to 95 °C at 1200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Sum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Error e = T_c − T_ref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0.375, I 0.0075, D 3, N 100; limits −0.8 to 2.2; clamping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Transfer Fcn 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Cooling path: −20 / (600s² + 70s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 → Transfer Fcn Gd(s)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Load +50 % at 600 s through 0.6 / (60s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Constant + Sum (+ +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 90 + cooling effect + load effect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Bias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Cooling command y = 0.8 + PID output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Mux → Scope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T_c with the set-point, and the cooling command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5253602"/>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Default solver, 30-minute run · built by hand</a:t>
            </a:r>
            <a:endParaRPr lang="en-US" sz="1200" dirty="0"/>
          </a:p>
        </p:txBody>
      </p:sp>
      <p:sp>
        <p:nvSpPr>
          <p:cNvPr id="6" name="Text 3"/>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2 · LOAD STEP 30 % → 80 %</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I removes the offset, D trims the peak</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Ctrl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only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4.9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31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3.5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4.6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99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3.3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99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P alone needs an error to produce output, so it settles </a:t>
            </a:r>
            <a:r>
              <a:rPr lang="en-US" sz="1400" b="1" dirty="0">
                <a:solidFill>
                  <a:srgbClr val="4A5568"/>
                </a:solidFill>
                <a:latin typeface="Arial" pitchFamily="34" charset="0"/>
                <a:ea typeface="Arial" pitchFamily="34" charset="-122"/>
                <a:cs typeface="Arial" pitchFamily="34" charset="-120"/>
              </a:rPr>
              <a:t>3.5 K too hot</a:t>
            </a:r>
            <a:r>
              <a:rPr lang="en-US" sz="1400" dirty="0">
                <a:solidFill>
                  <a:srgbClr val="4A5568"/>
                </a:solidFill>
                <a:latin typeface="Arial" pitchFamily="34" charset="0"/>
                <a:ea typeface="Arial" pitchFamily="34" charset="-122"/>
                <a:cs typeface="Arial" pitchFamily="34" charset="-120"/>
              </a:rPr>
              <a:t>. Adding I brings it back to exactly 90 °C. Adding D cuts the peak by about 28 %.</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1 · SET-POINT 90 → 95 °C</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temperature follows a new set-point</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Tracking</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reaches 95 °C with 3.3 % overshoot and settles in about 78 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P only</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Stops at 94.4 °C, a 0.6 K offset. PI and PID remove it.</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PID holds 90 °C with zero offset. P only, like today's wax thermostat, stays 3.5 K too hot. D cuts the peak by about 28 %.</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model with one temperature: no oil, no separate valve, pump and fan. Plant values are assumed (slide 15).</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Model, assumptions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Item</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First-order thermal model K/(τs + 1)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Ogata, Modern Control Engineering (thermal systems)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τc 60 s, τr 10 s, K 20 and 0.6, y0 0.8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Assumed example values, not measured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0.375, Ki 0.0075, Kd 3.0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rule: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Closed-loop time τcl = 10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Our choice, equal to the radiator lag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Derivative filter N = 100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Simulink PID Controller default 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Rise, peak, overshoot, settling time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stepinfo() and our time-domain lab notes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 offset, I removes it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Final value theorem: Nise, Control Systems Engineering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15</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