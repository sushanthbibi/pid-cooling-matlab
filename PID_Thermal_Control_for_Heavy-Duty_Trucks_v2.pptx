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9" r:id="rId15"/>
    <p:sldId id="267" r:id="rId13"/>
    <p:sldId id="273" r:id="rId19"/>
    <p:sldId id="275" r:id="rId26"/>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showed how a PID controller keeps the engine at 90 °C when the load goes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in a published paper and get two transfer functions, one for the fan and one for the engine load. Second, design a PID controller, with the gains calculated by the SIMC tuning rule. Third, simulate one test in MATLAB: the engine load jumps from 30 to 70 percent. Fourth, compare what happens to the temperature without a controller and with the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Following the Chalmers thesis by Haury and Volkering, we lump the engine block, the coolant and the oil into one mass with one temperature, T_c, the one we control. Using the Volvo D13 data, that mass has a heat capacity of 720 kJ per kelvin, which gives a long lag of about 851 seconds. The radiator is not a separate temperature: the coolant takes 38 litres divided by 3.25 kg per second, about 11.3 seconds, to go round the loop, and we model that as a short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 energy balance from Mohamed et al., IOSR 2018: heat capacity times the rate of temperature change equals the heat from the engine minus the heat the fan removes, where the fan heat is effectiveness times air flow times air specific heat times the temperature difference. Every number comes from a source. The engine is the Volvo D13: 338 kW, 1121 kg, 38 litres of coolant and 33 litres of oil. With textbook specific heats, block plus coolant plus oil gives 720 kJ per kelvin. From the COBEM 2009 truck and bus paper, half of the engine power goes into the coolant, so 1 % load is 1.69 kW; the radiator is rated at 100 °C water and 30 °C air; the coolant flow is 3.25 kg per second; and the fan can move 4.5 kg per second of air. At 90 °C and 30 % load the fan needs 1.58 kg per second, which removes 0.845 kW per kelvin. The time constant is 720 divided by 0.845, which is 851 seconds. The gains come out as 38 K per kg per second of fan air and 2.0 K per percent of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about our PID. First, in a full system one PID output would be shared across valve, pump and fan; in our model the pump runs at a fixed 3.25 kg per second and the PID drives the fan only, between 0 and 4.5 kg per second of air. Second, the gains come from the SIMC tuning rule by Skogestad, 2003, which calculates them from the plant's time constants and gain: Kp 2.48, Ki 0.044 and Kd 22.4, in kg/s of fan air per kelvin. Third, the derivative term has a small 0.01-second filter so it does not amplify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one short file, pid_truck_cooling.m. It defines the two plant transfer functions with num, den and tf, and the PID by adding three transfer functions. Then it runs one test twice: the engine load steps from 30 to 70 percent, first with no controller using step on Gd, then with the PID using Gd times feedback of 1 and C times G. It plots the two responses, prints the temperatures, and uses pole() to check that all closed-loop poles are negative, so the loop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zoom in on the moment the load goes up; the green line in the lower plot is the engine load, stepping from 30 to 70 percent at time zero. Before that, both cases sit at 90 °C. After it, the red line with no PID climbs straight up and leaves the graph in under 30 seconds. The blue line with the PID rises only 0.77 K, because the PID increases the fan air flow as soon as the temperature starts to rise, from 1.58 to about 3.7 kg per second. The integral term then brings it back to exactly 90 °C, within 0.1 K after about 104 seconds. In the table, no control gives a 70 K rise after 30 minutes; the PID gives 0.77 K and no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main result. The lower plot shows the engine load: at time zero it jumps from 30 to 70 percent, which adds 68 kW of heat to the coolant. The red line is the engine with no PID: nothing removes the extra heat, so the temperature passes the 105 °C limit after about three minutes and is at 160 °C after half an hour. It would only stop at 90 plus 40 times 2, which is 170 °C. The blue line is the same engine with our PID controlling the fan: it stays at 90 °C the whole time. The next slide zooms in on the first two and a half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no controller, a load step from 30 to 70 percent would push the engine towards 170 °C. With the PID, the temperature rises by less than 1 K and returns to exactly 90 °C in under two minutes. The limitations: our model is linear, treats the engine as one lumped mass and only controls the fan, and its numbers come from published sources rather than our own tests. The next steps are measuring a real engine, adding the radiator and oil temperatures, and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Where do the numbers come from? Every number comes from the sources on slide 14: the engine from the Volvo D13 fact sheet, the heat and radiator data from the COBEM 2009 truck and bus paper, the model equations from Mohamed et al. 2018, and the PID gains from Skogestad's SIMC rule. Why does the engine overheat without control? The extra heat from the higher load has nowhere to go. How does the PID fix it? It increases the fan air flow as soon as the temperature rises, and the integral term keeps pushing until the temperature is exactly 90 °C again. Is the loop stable? Yes, all closed-loop poles have negative real parts. Is the model validated? Not against our own engine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gains from the SIMC tuning rule</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One load step in MATLAB, with and without the PID</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No controller vs PID: how hot does the engine get?</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Coolant takes 11.3 s to go round the loop: a short lag.</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Lumped with the block and coolant into one heat capacity (Chalmers, 2011).</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Block, coolant and oil act as one mass with an 851 s lag. The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38.1 / ((851s + 1)(11.3s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Fan path: 1 kg/s more fan air lowers T_c by 38 K, through the loop delay and the engine lag</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2.0 / (851s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2.0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at 90 °C, 30 % load and 30 °C air, where the fan air flow is y0 = 1.58 kg/s</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Data: Volvo D13 fact sheet, COBEM 2009, IOSR 2018, Chalmers 2011, Engineering ToolBox (slide 14)</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How the PID is set up</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Our model drives the fan only (0–4.5 kg/s of air). Full split range: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SIMC tuning</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The gains are calculated from the plant with Skogestad's SIMC rule (2003), not found by trial and error.</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 0.01 s filter on the D term, Kd·s/(0.01s + 1), so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PID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2.48</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0.044</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22.4</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Tf = 0.01 s</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step by step</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 Ki/s + Kd·s, built by adding three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step(40*Gd): load 30 → 70 %, plot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With 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Gd*feedback(1, C*G), step(), plot 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Results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disp(): final, peak and end temperature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pole(): all closed-loop poles negative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Inference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What the two graphs show</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ZOOM · FIRST 150 SECONDS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pulls the temperature back to 90 °C</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Case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70.3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never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70.3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0.77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104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The fan reacts at once: the temperature rises only </a:t>
            </a:r>
            <a:r>
              <a:rPr lang="en-US" sz="1400" b="1" dirty="0">
                <a:solidFill>
                  <a:srgbClr val="4A5568"/>
                </a:solidFill>
                <a:latin typeface="Arial" pitchFamily="34" charset="0"/>
                <a:ea typeface="Arial" pitchFamily="34" charset="-122"/>
                <a:cs typeface="Arial" pitchFamily="34" charset="-120"/>
              </a:rPr>
              <a:t>0.77 K</a:t>
            </a:r>
            <a:r>
              <a:rPr lang="en-US" sz="1400" dirty="0">
                <a:solidFill>
                  <a:srgbClr val="4A5568"/>
                </a:solidFill>
                <a:latin typeface="Arial" pitchFamily="34" charset="0"/>
                <a:ea typeface="Arial" pitchFamily="34" charset="-122"/>
                <a:cs typeface="Arial" pitchFamily="34" charset="-120"/>
              </a:rPr>
              <a:t> and is back at exactly 90 °C in under 2 minutes.</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 LOAD 30 → 70 %</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Without PID the engine overheats</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No PID</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Passes 105 °C after about 3 minutes, 160 °C after 30 minutes.</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With PID</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Stays at 90 °C the whole time: the blue line is almost flat.</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Without control the engine would reach 170 °C. The PID keeps it within 0.8 K and brings it back to 90 °C.</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one lumped mass, fan only. Data from published sources (slide 14), not our own tests.</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Data sources and references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Value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338 kW, 1121 kg, 38 L coolant, 33 L oil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Volvo D13C460 engine fact sheet (2010)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Q = 0.5·P, 3.25 kg/s, 100/30 °C, fan 4.5 kg/s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Rosa et al., COBEM 2009 (trucks and buses)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C·dT/dt = Q_in − ε·m_f·c_p·(T − T_air)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Mohamed et al., IOSR J. Eng. 8(6), 2018</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Block + coolant + oil as one mass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Haury &amp; Volkering, Chalmers thesis, 2011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c_p and density of iron, water, oil, 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Engineering ToolBox property tables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(τ_cl = loop delay)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SIMC: Skogestad, J. Process Control 13 (2003)</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Gd / (1 + C·G)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Nise, Control Systems Engineering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